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Station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Object-Oriented Programming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2320" y="182880"/>
            <a:ext cx="2286000" cy="2286000"/>
          </a:xfrm>
          <a:prstGeom prst="ellipse">
            <a:avLst/>
          </a:prstGeom>
          <a:solidFill>
            <a:srgbClr val="148F77">
              <a:alpha val="20000"/>
            </a:srgbClr>
          </a:solidFill>
          <a:ln w="12700">
            <a:solidFill>
              <a:srgbClr val="148F7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560320"/>
            <a:ext cx="1645920" cy="1645920"/>
          </a:xfrm>
          <a:prstGeom prst="ellipse">
            <a:avLst/>
          </a:prstGeom>
          <a:solidFill>
            <a:srgbClr val="AED6F1">
              <a:alpha val="25000"/>
            </a:srgbClr>
          </a:solidFill>
          <a:ln w="12700">
            <a:solidFill>
              <a:srgbClr val="AED6F1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60604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48F77">
              <a:alpha val="7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60604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48F77">
              <a:alpha val="7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60604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48F77">
              <a:alpha val="7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48F77">
              <a:alpha val="7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40740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Weather Data Management System demonstrating core OOP Principles in C++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Concepts Demonstrated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64008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Encapsulation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298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WeatherRecord class wraps private fields (date, temperature, humidity, windSpeed) with public getters/setters — data is never accessed directly.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64008" cy="16916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Inheritance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298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AdvancedWeatherRecord extends WeatherRecord, adding a rainfall field and calling the parent constructor via initializer list.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633472"/>
            <a:ext cx="281635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633472"/>
            <a:ext cx="64008" cy="21762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27432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 Abstraction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" y="312724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WeatherDevice is a pure abstract class with displayData() = 0. It defines the interface — subclasses must implement it, hiding internal details.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33472"/>
            <a:ext cx="281635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2633472"/>
            <a:ext cx="64008" cy="21762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7432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Polymorphism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6704" y="312724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WeatherDevice* pointer calls the correct displayData() at runtime. Static: WeatherCalculator overloads average() for 2 or 3 arguments.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633472"/>
            <a:ext cx="2816352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633472"/>
            <a:ext cx="64008" cy="21762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27432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📂  File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3127248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FileManager::saveToFile() writes records to weather.txt using ofstream. loadFromFile() reads them back with ifstream — both are static methods.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Diagram –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solidFill>
            <a:srgbClr val="AED6F1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/ Console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/ cout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0" cy="32004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 –  Menu Loop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+ switch(choice)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74520"/>
            <a:ext cx="-1920240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280160" y="1874520"/>
            <a:ext cx="0" cy="50292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657600" y="2103120"/>
            <a:ext cx="0" cy="32004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486400" y="2103120"/>
            <a:ext cx="0" cy="32004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943600" y="1874520"/>
            <a:ext cx="1920240" cy="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863840" y="1874520"/>
            <a:ext cx="0" cy="50292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82880" y="2377440"/>
            <a:ext cx="1554480" cy="685800"/>
          </a:xfrm>
          <a:prstGeom prst="rect">
            <a:avLst/>
          </a:prstGeom>
          <a:solidFill>
            <a:srgbClr val="1B4F72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WeatherRecord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2377440"/>
            <a:ext cx="1508760" cy="685800"/>
          </a:xfrm>
          <a:prstGeom prst="rect">
            <a:avLst/>
          </a:prstGeom>
          <a:solidFill>
            <a:srgbClr val="148F77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65960" y="23774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+rainfall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377440"/>
            <a:ext cx="1463040" cy="685800"/>
          </a:xfrm>
          <a:prstGeom prst="rect">
            <a:avLst/>
          </a:prstGeom>
          <a:solidFill>
            <a:srgbClr val="1E8449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237744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WeatherDevice*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/ 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377440"/>
            <a:ext cx="1508760" cy="685800"/>
          </a:xfrm>
          <a:prstGeom prst="rect">
            <a:avLst/>
          </a:prstGeom>
          <a:solidFill>
            <a:srgbClr val="F39C12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23774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WeatherCalculator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Polymorphism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avg()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377440"/>
            <a:ext cx="1645920" cy="685800"/>
          </a:xfrm>
          <a:prstGeom prst="rect">
            <a:avLst/>
          </a:prstGeom>
          <a:solidFill>
            <a:srgbClr val="5D6D7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saveToFile()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loadFromFile()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3063240"/>
            <a:ext cx="0" cy="274320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82880" y="3337560"/>
            <a:ext cx="1828800" cy="594360"/>
          </a:xfrm>
          <a:prstGeom prst="rect">
            <a:avLst/>
          </a:prstGeom>
          <a:solidFill>
            <a:srgbClr val="AED6F1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" y="33375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displayData()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print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48840" y="3337560"/>
            <a:ext cx="1737360" cy="594360"/>
          </a:xfrm>
          <a:prstGeom prst="rect">
            <a:avLst/>
          </a:prstGeom>
          <a:solidFill>
            <a:srgbClr val="AED6F1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4884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displayData()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+rainfall field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77640" y="3337560"/>
            <a:ext cx="1554480" cy="594360"/>
          </a:xfrm>
          <a:prstGeom prst="rect">
            <a:avLst/>
          </a:prstGeom>
          <a:solidFill>
            <a:srgbClr val="AED6F1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77640" y="3337560"/>
            <a:ext cx="1554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Display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ptr-&gt;displayData()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dispatch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3337560"/>
            <a:ext cx="1280160" cy="594360"/>
          </a:xfrm>
          <a:prstGeom prst="rect">
            <a:avLst/>
          </a:prstGeom>
          <a:solidFill>
            <a:srgbClr val="AED6F1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337560"/>
            <a:ext cx="1280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avg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console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3337560"/>
            <a:ext cx="1737360" cy="594360"/>
          </a:xfrm>
          <a:prstGeom prst="rect">
            <a:avLst/>
          </a:prstGeom>
          <a:solidFill>
            <a:srgbClr val="E8F8F5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weather.txt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write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ifstream read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" y="3063240"/>
            <a:ext cx="13716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743200" y="3063240"/>
            <a:ext cx="27432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572000" y="3063240"/>
            <a:ext cx="18288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6236208" y="3063240"/>
            <a:ext cx="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046720" y="3063240"/>
            <a:ext cx="-4572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Execution –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457200" cy="4572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841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Record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date, temp, humidity, wind → WeatherRecord object stored in records[] array (max 100)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2039112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7448" y="841248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76088" y="841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76088" y="12252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records[0..count-1], calls displayData() — outputs all fields to console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76088" y="2039112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231136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231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to File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26151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FileManager::saveToFile() opens weather.txt via ofstream, writes each record on a 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429000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2231136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76088" y="2231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from 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76088" y="26151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FileManager::loadFromFile() opens weather.txt via ifstream, reads &amp; prints stored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76088" y="3429000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62102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Polymorphism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005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AdvancedWeatherRecord, assigns to WeatherDevice* — ptr-&gt;displayData() calls overridden method at runtime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4818888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3621024"/>
            <a:ext cx="457200" cy="457200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76088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Average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4005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WeatherCalculator::average(30,40) and average(30,40,50) — static (compile-time) overloading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76088" y="4818888"/>
            <a:ext cx="3474720" cy="0"/>
          </a:xfrm>
          <a:prstGeom prst="line">
            <a:avLst/>
          </a:prstGeom>
          <a:noFill/>
          <a:ln w="6350">
            <a:solidFill>
              <a:srgbClr val="BDC3C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Hierarchy &amp; Key Code Snippets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1089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 WeatherDevice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displayData() =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591056"/>
            <a:ext cx="0" cy="292608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74320" y="1883664"/>
            <a:ext cx="31089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83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WeatherRecord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31089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date, temperature, humidity, windSpeed
</a:t>
            </a:r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getters / setters  |  displayData() override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816352"/>
            <a:ext cx="0" cy="27432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74320" y="3090672"/>
            <a:ext cx="310896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AdvancedWeatherRecord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547872"/>
            <a:ext cx="3108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rainfall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displayData() override (calls parent)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146304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160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4160520"/>
            <a:ext cx="1463040" cy="65836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4160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777240"/>
            <a:ext cx="5349240" cy="4069080"/>
          </a:xfrm>
          <a:prstGeom prst="rect">
            <a:avLst/>
          </a:prstGeom>
          <a:solidFill>
            <a:srgbClr val="1E1E2E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8961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Polymorphism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1152144"/>
            <a:ext cx="507492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WeatherDevice* ptr;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AdvancedWeatherRecord adv(...);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 = &amp;adv;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ptr-&gt;displayData();  // virtual dispatch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23682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Polymorphism (Overloading)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2624328"/>
            <a:ext cx="50749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average(float a, float b);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average(float a, float b, float c);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33467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3602736"/>
            <a:ext cx="5074920" cy="740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 file("weather.txt");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i=0; i&lt;count; i++)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&lt;&lt; records[i].getDate() &lt;&lt; ...;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Encapsulation: 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126187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in WeatherRecord; exposed only through getters &amp; setters.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8321040" cy="0"/>
          </a:xfrm>
          <a:prstGeom prst="line">
            <a:avLst/>
          </a:prstGeom>
          <a:noFill/>
          <a:ln w="635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476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208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Inheritance: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02082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AdvancedWeatherRecord reuses WeatherRecord and extends it with rainfall.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8321040" cy="0"/>
          </a:xfrm>
          <a:prstGeom prst="line">
            <a:avLst/>
          </a:prstGeom>
          <a:noFill/>
          <a:ln w="635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066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779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Polymorphism: 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77977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displayData() for runtime dispatch + overloaded average() at compile-time.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346704"/>
            <a:ext cx="8321040" cy="0"/>
          </a:xfrm>
          <a:prstGeom prst="line">
            <a:avLst/>
          </a:prstGeom>
          <a:noFill/>
          <a:ln w="635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655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538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I/O: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5387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FileManager reads/writes weather.txt via ofstream/ifstream.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05656"/>
            <a:ext cx="8321040" cy="0"/>
          </a:xfrm>
          <a:prstGeom prst="line">
            <a:avLst/>
          </a:prstGeom>
          <a:noFill/>
          <a:ln w="635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 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42976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loop, array-based storage (100 records), clean separation of concerns.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709160"/>
            <a:ext cx="8321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four pillars of OOP in a practical, real-world-style console application.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Station – C++ OOP Project</dc:title>
  <dc:subject>PptxGenJS Presentation</dc:subject>
  <dc:creator>PptxGenJS</dc:creator>
  <cp:lastModifiedBy>PptxGenJS</cp:lastModifiedBy>
  <cp:revision>1</cp:revision>
  <dcterms:created xsi:type="dcterms:W3CDTF">2026-06-08T20:06:56Z</dcterms:created>
  <dcterms:modified xsi:type="dcterms:W3CDTF">2026-06-08T20:06:56Z</dcterms:modified>
</cp:coreProperties>
</file>